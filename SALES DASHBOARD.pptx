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7" r:id="rId2"/>
    <p:sldId id="261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24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82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57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66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47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604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9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00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98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42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771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00100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524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185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125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820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65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54F7EE4-694B-46A4-B4A2-D71E5493C1D6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85AB9-7B02-4BE4-8FEE-091BDB80D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438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7F29-22AA-4338-A4F2-92912D9DD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21471" cy="68374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SALES DASHBOARD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E99A38-D1CC-4989-97AF-37EBFE8FC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847"/>
            <a:ext cx="10515600" cy="4868116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1. THE ASSIGNMENT :</a:t>
            </a:r>
            <a:r>
              <a:rPr lang="en-IN" b="1" dirty="0"/>
              <a:t> </a:t>
            </a:r>
          </a:p>
          <a:p>
            <a:pPr marL="0" indent="0">
              <a:buNone/>
            </a:pPr>
            <a:r>
              <a:rPr lang="en-IN" sz="2000" dirty="0"/>
              <a:t>To  better understand the purchase behaviour of customers and streamline operations. You have collected </a:t>
            </a:r>
            <a:r>
              <a:rPr lang="en-IN" sz="2000" dirty="0" err="1"/>
              <a:t>transcational</a:t>
            </a:r>
            <a:r>
              <a:rPr lang="en-IN" sz="2000" dirty="0"/>
              <a:t> data from 2014 to 2017.</a:t>
            </a:r>
          </a:p>
          <a:p>
            <a:pPr marL="0" indent="0">
              <a:buNone/>
            </a:pPr>
            <a:r>
              <a:rPr lang="en-IN" sz="2000" b="1" dirty="0"/>
              <a:t>Your goal is to transform the data into dynamic dashboard that the shop owner can use to identify patterns , trends and opportunities for the business.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dirty="0"/>
              <a:t>2. THE OBJECTIVE 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Prepare the raw data for analysis.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 Explore the data with Excel Pivot table.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/>
              <a:t> Build a dynamic dashboard to visualise the trends and patterns.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2000" dirty="0"/>
          </a:p>
          <a:p>
            <a:pPr>
              <a:buFont typeface="Wingdings" panose="05000000000000000000" pitchFamily="2" charset="2"/>
              <a:buChar char="ü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98787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D42A-4725-4233-AC4A-0A05804BE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58907"/>
            <a:ext cx="9925422" cy="766482"/>
          </a:xfrm>
        </p:spPr>
        <p:txBody>
          <a:bodyPr/>
          <a:lstStyle/>
          <a:p>
            <a:pPr algn="ctr"/>
            <a:r>
              <a:rPr lang="en-IN" sz="3200" b="1" dirty="0"/>
              <a:t>Prepare the raw data for analysis.</a:t>
            </a:r>
            <a:br>
              <a:rPr lang="en-IN" sz="2800" b="1" dirty="0"/>
            </a:br>
            <a:endParaRPr lang="en-IN" sz="2800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83CB22-31E2-478A-8478-70739C026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3590" y="1775012"/>
            <a:ext cx="10669493" cy="4594411"/>
          </a:xfrm>
        </p:spPr>
        <p:txBody>
          <a:bodyPr/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400" dirty="0"/>
              <a:t>Take a moment to Familiarize yourself with data. How many transactions were recorded, over what period of time ,what products and product categories were sold 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400" dirty="0"/>
              <a:t>Find blank values, null values, spelling error. </a:t>
            </a:r>
            <a:r>
              <a:rPr lang="en-IN" sz="2400" b="1" dirty="0"/>
              <a:t>REMOVE THEM </a:t>
            </a:r>
            <a:r>
              <a:rPr lang="en-IN" sz="2400" dirty="0"/>
              <a:t>( if any)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400" dirty="0"/>
              <a:t>Add a new column to </a:t>
            </a:r>
            <a:r>
              <a:rPr lang="en-IN" sz="2400" dirty="0" err="1"/>
              <a:t>caluculate</a:t>
            </a:r>
            <a:r>
              <a:rPr lang="en-IN" sz="2400" dirty="0"/>
              <a:t> </a:t>
            </a:r>
            <a:r>
              <a:rPr lang="en-IN" sz="2400" b="1" dirty="0"/>
              <a:t>“ Total Sales”  </a:t>
            </a:r>
            <a:r>
              <a:rPr lang="en-IN" sz="2400" dirty="0"/>
              <a:t>( price * quantity).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IN" sz="2400" dirty="0"/>
              <a:t>Add new columns to calculate </a:t>
            </a:r>
            <a:r>
              <a:rPr lang="en-IN" sz="2400" b="1" dirty="0"/>
              <a:t>MONTHS AND YEAR  </a:t>
            </a:r>
            <a:r>
              <a:rPr lang="en-IN" sz="2400" dirty="0"/>
              <a:t>from order date.</a:t>
            </a:r>
          </a:p>
          <a:p>
            <a:pPr>
              <a:buClr>
                <a:schemeClr val="tx1"/>
              </a:buClr>
            </a:pPr>
            <a:endParaRPr lang="en-IN" sz="2400" dirty="0"/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ü"/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626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59</TotalTime>
  <Words>169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Century Gothic</vt:lpstr>
      <vt:lpstr>Wingdings</vt:lpstr>
      <vt:lpstr>Wingdings 3</vt:lpstr>
      <vt:lpstr>Ion</vt:lpstr>
      <vt:lpstr>SALES DASHBOARD</vt:lpstr>
      <vt:lpstr>Prepare the raw data for analysis.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khushboo shivhare</dc:creator>
  <cp:lastModifiedBy>khushboo shivhare</cp:lastModifiedBy>
  <cp:revision>7</cp:revision>
  <dcterms:created xsi:type="dcterms:W3CDTF">2025-11-14T11:10:13Z</dcterms:created>
  <dcterms:modified xsi:type="dcterms:W3CDTF">2025-11-14T12:09:14Z</dcterms:modified>
</cp:coreProperties>
</file>